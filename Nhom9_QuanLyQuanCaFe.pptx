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56" r:id="rId1"/>
  </p:sldMasterIdLst>
  <p:notesMasterIdLst>
    <p:notesMasterId r:id="rId6"/>
  </p:notesMasterIdLst>
  <p:sldIdLst>
    <p:sldId id="256" r:id="rId2"/>
    <p:sldId id="257" r:id="rId3"/>
    <p:sldId id="258" r:id="rId4"/>
    <p:sldId id="259" r:id="rId5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  <p:ext uri="http://customooxmlschemas.google.com/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12" roundtripDataSignature="AMtx7mg/+TVKR+f9jJJoQN4cfIgh+pK+5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6502103F-C5DC-49B8-87E6-AC3A85773A70}">
  <a:tblStyle styleId="{6502103F-C5DC-49B8-87E6-AC3A85773A70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E8ECF4"/>
          </a:solidFill>
        </a:fill>
      </a:tcStyle>
    </a:wholeTbl>
    <a:band1H>
      <a:tcTxStyle/>
      <a:tcStyle>
        <a:tcBdr/>
        <a:fill>
          <a:solidFill>
            <a:srgbClr val="CFD7E7"/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rgbClr val="CFD7E7"/>
          </a:solidFill>
        </a:fill>
      </a:tcStyle>
    </a:band1V>
    <a:band2V>
      <a:tcTxStyle/>
      <a:tcStyle>
        <a:tcBdr/>
      </a:tcStyle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chemeClr val="accent1"/>
          </a:solidFill>
        </a:fill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</a:tcBdr>
        <a:fill>
          <a:solidFill>
            <a:schemeClr val="accent1"/>
          </a:solidFill>
        </a:fill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86" d="100"/>
          <a:sy n="86" d="100"/>
        </p:scale>
        <p:origin x="300" y="96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12" Type="http://customschemas.google.com/relationships/presentationmetadata" Target="metadata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4" Type="http://schemas.openxmlformats.org/officeDocument/2006/relationships/slide" Target="slides/slide3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</a:t>
            </a:fld>
            <a:endParaRPr sz="12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" name="Google Shape;61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62" name="Google Shape;62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1" name="Google Shape;71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8" name="Google Shape;78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5" name="Google Shape;85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455620"/>
            <a:ext cx="100584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7158474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marL="0">
              <a:defRPr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3106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4453128"/>
            <a:ext cx="100584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4775696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79" y="1845734"/>
            <a:ext cx="4937760" cy="4023360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17920" y="1845735"/>
            <a:ext cx="4937760" cy="4023360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357396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7280" y="2582334"/>
            <a:ext cx="4937760" cy="3378200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1792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920" y="2582334"/>
            <a:ext cx="4937760" cy="3378200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7936404"/>
      </p:ext>
    </p:extLst>
  </p:cSld>
  <p:clrMapOvr>
    <a:masterClrMapping/>
  </p:clrMapOvr>
  <p:hf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339467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5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0080368"/>
      </p:ext>
    </p:extLst>
  </p:cSld>
  <p:clrMapOvr>
    <a:masterClrMapping/>
  </p:clrMapOvr>
  <p:hf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94359"/>
            <a:ext cx="32004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00600" y="731520"/>
            <a:ext cx="6492240" cy="5257800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2926080"/>
            <a:ext cx="32004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65512" y="6459785"/>
            <a:ext cx="2618510" cy="365125"/>
          </a:xfrm>
        </p:spPr>
        <p:txBody>
          <a:bodyPr/>
          <a:lstStyle>
            <a:lvl1pPr algn="l">
              <a:defRPr/>
            </a:lvl1pPr>
          </a:lstStyle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800600" y="6459785"/>
            <a:ext cx="464820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363465"/>
      </p:ext>
    </p:extLst>
  </p:cSld>
  <p:clrMapOvr>
    <a:masterClrMapping/>
  </p:clrMapOvr>
  <p:hf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4953000"/>
            <a:ext cx="12188825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5" y="491507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5074920"/>
            <a:ext cx="10113264" cy="822960"/>
          </a:xfrm>
        </p:spPr>
        <p:txBody>
          <a:bodyPr lIns="91440" tIns="0" rIns="9144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915076"/>
          </a:xfrm>
          <a:blipFill>
            <a:blip r:embed="rId2"/>
            <a:stretch>
              <a:fillRect/>
            </a:stretch>
          </a:blipFill>
        </p:spPr>
        <p:txBody>
          <a:bodyPr lIns="457200" tIns="457200" anchor="t"/>
          <a:lstStyle>
            <a:lvl1pPr marL="0" indent="0">
              <a:buNone/>
              <a:defRPr sz="32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7280" y="5907023"/>
            <a:ext cx="10113264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7322122"/>
      </p:ext>
    </p:extLst>
  </p:cSld>
  <p:clrMapOvr>
    <a:masterClrMapping/>
  </p:clrMapOvr>
  <p:hf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03910095"/>
      </p:ext>
    </p:extLst>
  </p:cSld>
  <p:clrMapOvr>
    <a:masterClrMapping/>
  </p:clrMapOvr>
  <p:hf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414778"/>
            <a:ext cx="2628900" cy="5757421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414778"/>
            <a:ext cx="7734300" cy="5757422"/>
          </a:xfrm>
        </p:spPr>
        <p:txBody>
          <a:bodyPr vert="eaVert" lIns="45720" tIns="0" rIns="45720" bIns="0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93318115"/>
      </p:ext>
    </p:extLst>
  </p:cSld>
  <p:clrMapOvr>
    <a:masterClrMapping/>
  </p:clrMapOvr>
  <p:hf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>
  <p:cSld name="1_Title and Content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7"/>
          <p:cNvSpPr txBox="1">
            <a:spLocks noGrp="1"/>
          </p:cNvSpPr>
          <p:nvPr>
            <p:ph type="body" idx="1"/>
          </p:nvPr>
        </p:nvSpPr>
        <p:spPr>
          <a:xfrm>
            <a:off x="457200" y="1295401"/>
            <a:ext cx="11353800" cy="518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just">
              <a:lnSpc>
                <a:spcPct val="120000"/>
              </a:lnSpc>
              <a:spcBef>
                <a:spcPts val="480"/>
              </a:spcBef>
              <a:spcAft>
                <a:spcPts val="0"/>
              </a:spcAft>
              <a:buClr>
                <a:srgbClr val="0000FF"/>
              </a:buClr>
              <a:buSzPts val="2400"/>
              <a:buFont typeface="Noto Sans Symbols"/>
              <a:buNone/>
              <a:defRPr sz="2400" b="0">
                <a:solidFill>
                  <a:srgbClr val="0000FF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914400" lvl="1" indent="-381000" algn="just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⮚"/>
              <a:defRPr sz="2400"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L="1371600" lvl="2" indent="-355600" algn="just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Char char="✔"/>
              <a:defRPr sz="2000"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L="1828800" lvl="3" indent="-342900" algn="just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L="2286000" lvl="4" indent="-342900" algn="just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8" name="Google Shape;18;p7"/>
          <p:cNvSpPr txBox="1">
            <a:spLocks noGrp="1"/>
          </p:cNvSpPr>
          <p:nvPr>
            <p:ph type="dt" idx="10"/>
          </p:nvPr>
        </p:nvSpPr>
        <p:spPr>
          <a:xfrm>
            <a:off x="609600" y="6356356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7"/>
          <p:cNvSpPr txBox="1">
            <a:spLocks noGrp="1"/>
          </p:cNvSpPr>
          <p:nvPr>
            <p:ph type="ftr" idx="11"/>
          </p:nvPr>
        </p:nvSpPr>
        <p:spPr>
          <a:xfrm>
            <a:off x="4165600" y="6356356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7"/>
          <p:cNvSpPr txBox="1">
            <a:spLocks noGrp="1"/>
          </p:cNvSpPr>
          <p:nvPr>
            <p:ph type="sldNum" idx="12"/>
          </p:nvPr>
        </p:nvSpPr>
        <p:spPr>
          <a:xfrm>
            <a:off x="8737600" y="6356356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2" name="Google Shape;22;p7"/>
          <p:cNvSpPr txBox="1">
            <a:spLocks noGrp="1"/>
          </p:cNvSpPr>
          <p:nvPr>
            <p:ph type="title"/>
          </p:nvPr>
        </p:nvSpPr>
        <p:spPr>
          <a:xfrm>
            <a:off x="457200" y="136519"/>
            <a:ext cx="11277600" cy="8540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3200"/>
              <a:buFont typeface="Times New Roman"/>
              <a:buNone/>
              <a:defRPr sz="3200" b="1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75808957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0" y="6334316"/>
            <a:ext cx="12192001" cy="659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5734"/>
            <a:ext cx="10058400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FFFFF"/>
                </a:solidFill>
              </a:defRPr>
            </a:lvl1pPr>
          </a:lstStyle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baseline="0">
                <a:solidFill>
                  <a:srgbClr val="FFFFFF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rgbClr val="FFFFFF"/>
                </a:solidFill>
              </a:defRPr>
            </a:lvl1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  <p:cxnSp>
        <p:nvCxnSpPr>
          <p:cNvPr id="10" name="Straight Connector 9"/>
          <p:cNvCxnSpPr/>
          <p:nvPr/>
        </p:nvCxnSpPr>
        <p:spPr>
          <a:xfrm>
            <a:off x="1193532" y="1737845"/>
            <a:ext cx="996696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7698706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7" r:id="rId1"/>
    <p:sldLayoutId id="2147483658" r:id="rId2"/>
    <p:sldLayoutId id="2147483659" r:id="rId3"/>
    <p:sldLayoutId id="2147483660" r:id="rId4"/>
    <p:sldLayoutId id="2147483661" r:id="rId5"/>
    <p:sldLayoutId id="2147483662" r:id="rId6"/>
    <p:sldLayoutId id="2147483663" r:id="rId7"/>
    <p:sldLayoutId id="2147483664" r:id="rId8"/>
    <p:sldLayoutId id="2147483665" r:id="rId9"/>
    <p:sldLayoutId id="2147483666" r:id="rId10"/>
    <p:sldLayoutId id="2147483667" r:id="rId11"/>
    <p:sldLayoutId id="2147483668" r:id="rId12"/>
  </p:sldLayoutIdLst>
  <p:hf hdr="0" ftr="0" dt="0"/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8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"/>
          <p:cNvSpPr txBox="1">
            <a:spLocks noGrp="1"/>
          </p:cNvSpPr>
          <p:nvPr>
            <p:ph type="sldNum" idx="12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rPr>
              <a:t>1</a:t>
            </a:fld>
            <a:endParaRPr sz="1200" b="0" i="0" u="none" strike="noStrike" cap="none">
              <a:solidFill>
                <a:schemeClr val="lt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7" name="Google Shape;67;p1"/>
          <p:cNvSpPr/>
          <p:nvPr/>
        </p:nvSpPr>
        <p:spPr>
          <a:xfrm>
            <a:off x="862263" y="2343615"/>
            <a:ext cx="6430635" cy="15757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Thành viên nhóm:</a:t>
            </a:r>
            <a:endParaRPr/>
          </a:p>
          <a:p>
            <a:pPr marL="0" marR="0" lvl="0" indent="0" algn="l" rtl="0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2400" b="0" i="0" u="none" strike="noStrike" cap="none" smtClean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Lê Phan Quang Huy</a:t>
            </a:r>
            <a:r>
              <a:rPr lang="en-US"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MSSV</a:t>
            </a:r>
            <a:r>
              <a:rPr lang="en-US" sz="2400" b="0" i="0" u="none" strike="noStrike" cap="none" smtClean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: 2424802010</a:t>
            </a:r>
            <a:endParaRPr/>
          </a:p>
          <a:p>
            <a:pPr marL="0" marR="0" lvl="0" indent="0" algn="l" rtl="0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Nguyễn </a:t>
            </a:r>
            <a:r>
              <a:rPr lang="en-US" sz="2400" b="0" i="0" u="none" strike="noStrike" cap="none" smtClean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Hoài Nam</a:t>
            </a:r>
            <a:r>
              <a:rPr lang="en-US"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</a:t>
            </a:r>
            <a:r>
              <a:rPr lang="en-US" sz="2400" b="0" i="0" u="none" strike="noStrike" cap="none" smtClean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MSSV: 2424802010390</a:t>
            </a:r>
          </a:p>
        </p:txBody>
      </p:sp>
      <p:sp>
        <p:nvSpPr>
          <p:cNvPr id="68" name="Google Shape;68;p1"/>
          <p:cNvSpPr/>
          <p:nvPr/>
        </p:nvSpPr>
        <p:spPr>
          <a:xfrm>
            <a:off x="862263" y="362836"/>
            <a:ext cx="10720137" cy="769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400" b="1" i="0" u="none" strike="noStrike" cap="none" smtClean="0">
                <a:solidFill>
                  <a:srgbClr val="FF3300"/>
                </a:solidFill>
                <a:latin typeface="Calibri"/>
                <a:ea typeface="Calibri"/>
                <a:cs typeface="Calibri"/>
                <a:sym typeface="Calibri"/>
              </a:rPr>
              <a:t>Quản lý quán cà phê</a:t>
            </a:r>
            <a:endParaRPr sz="4400" b="1" i="0" u="none" strike="noStrike" cap="none">
              <a:solidFill>
                <a:srgbClr val="FF33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2"/>
          <p:cNvSpPr txBox="1">
            <a:spLocks noGrp="1"/>
          </p:cNvSpPr>
          <p:nvPr>
            <p:ph type="sldNum" idx="12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</a:t>
            </a:fld>
            <a:endParaRPr/>
          </a:p>
        </p:txBody>
      </p:sp>
      <p:sp>
        <p:nvSpPr>
          <p:cNvPr id="75" name="Google Shape;75;p2"/>
          <p:cNvSpPr txBox="1">
            <a:spLocks noGrp="1"/>
          </p:cNvSpPr>
          <p:nvPr>
            <p:ph type="title"/>
          </p:nvPr>
        </p:nvSpPr>
        <p:spPr>
          <a:xfrm>
            <a:off x="501805" y="547178"/>
            <a:ext cx="11277600" cy="8540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lvl="0"/>
            <a:r>
              <a:rPr lang="en-US"/>
              <a:t>Mục </a:t>
            </a:r>
            <a:r>
              <a:rPr lang="en-US" smtClean="0"/>
              <a:t>tiêu </a:t>
            </a:r>
            <a:r>
              <a:rPr lang="en-US"/>
              <a:t>của </a:t>
            </a:r>
            <a:r>
              <a:rPr lang="en-US"/>
              <a:t>đề </a:t>
            </a:r>
            <a:r>
              <a:rPr lang="en-US" smtClean="0"/>
              <a:t>tài:</a:t>
            </a:r>
            <a:endParaRPr/>
          </a:p>
        </p:txBody>
      </p:sp>
      <p:sp>
        <p:nvSpPr>
          <p:cNvPr id="2" name="Text Placeholder 1"/>
          <p:cNvSpPr>
            <a:spLocks noGrp="1" noChangeArrowheads="1"/>
          </p:cNvSpPr>
          <p:nvPr>
            <p:ph type="body" idx="1"/>
          </p:nvPr>
        </p:nvSpPr>
        <p:spPr bwMode="auto">
          <a:xfrm>
            <a:off x="582584" y="2636159"/>
            <a:ext cx="9420528" cy="163121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342900" marR="0" lvl="0" indent="-34290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sz="20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Giúp </a:t>
            </a:r>
            <a:r>
              <a:rPr kumimoji="0" lang="en-US" altLang="en-US" sz="20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chủ quán dễ dàng quản lý order, hóa đơn và tính tiền nhanh hơn khi đông khách. </a:t>
            </a:r>
          </a:p>
          <a:p>
            <a:pPr marL="342900" marR="0" lvl="0" indent="-34290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sz="20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Theo dõi doanh thu từng ngày mà không cần ghi chép thủ </a:t>
            </a:r>
            <a:r>
              <a:rPr kumimoji="0" lang="en-US" altLang="en-US" sz="20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công </a:t>
            </a:r>
            <a:r>
              <a:rPr kumimoji="0" lang="en-US" altLang="en-US" sz="20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tránh</a:t>
            </a:r>
            <a:r>
              <a:rPr kumimoji="0" lang="en-US" altLang="en-US" sz="2000" b="0" i="0" u="none" strike="noStrike" cap="none" normalizeH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20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bị </a:t>
            </a:r>
            <a:r>
              <a:rPr kumimoji="0" lang="en-US" altLang="en-US" sz="20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sai sót. </a:t>
            </a:r>
          </a:p>
          <a:p>
            <a:pPr marL="342900" marR="0" lvl="0" indent="-34290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sz="20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Quản lý menu (thêm, sửa, xóa món</a:t>
            </a:r>
            <a:r>
              <a:rPr kumimoji="0" lang="en-US" altLang="en-US" sz="20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) </a:t>
            </a:r>
            <a:r>
              <a:rPr kumimoji="0" lang="en-US" altLang="en-US" sz="20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khi </a:t>
            </a:r>
            <a:r>
              <a:rPr kumimoji="0" lang="en-US" altLang="en-US" sz="20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quán thay đổi giá hoặc món mới. </a:t>
            </a:r>
          </a:p>
          <a:p>
            <a:pPr marL="342900" marR="0" lvl="0" indent="-34290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sz="20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Kiểm soát nhân viên (ai bán gì, ca làm) để hạn chế </a:t>
            </a:r>
            <a:r>
              <a:rPr kumimoji="0" lang="en-US" altLang="en-US" sz="20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nhầm </a:t>
            </a:r>
            <a:r>
              <a:rPr kumimoji="0" lang="en-US" altLang="en-US" sz="20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lẫn.</a:t>
            </a:r>
            <a:endParaRPr kumimoji="0" lang="en-US" altLang="en-US" sz="20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marR="0" lvl="0" indent="-34290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sz="20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Giúp phục vụ </a:t>
            </a:r>
            <a:r>
              <a:rPr kumimoji="0" lang="en-US" altLang="en-US" sz="20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khách </a:t>
            </a:r>
            <a:r>
              <a:rPr kumimoji="0" lang="en-US" altLang="en-US" sz="20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tốt </a:t>
            </a:r>
            <a:r>
              <a:rPr kumimoji="0" lang="en-US" altLang="en-US" sz="20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hơn, giảm thời gian chờ và tránh tính sai tiền. 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3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marR="0" lvl="0" indent="0" algn="just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FF"/>
              </a:buClr>
              <a:buSzPts val="2400"/>
              <a:buFont typeface="Noto Sans Symbols"/>
              <a:buNone/>
            </a:pPr>
            <a:endParaRPr/>
          </a:p>
        </p:txBody>
      </p:sp>
      <p:sp>
        <p:nvSpPr>
          <p:cNvPr id="81" name="Google Shape;81;p3"/>
          <p:cNvSpPr txBox="1">
            <a:spLocks noGrp="1"/>
          </p:cNvSpPr>
          <p:nvPr>
            <p:ph type="sldNum" idx="12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3</a:t>
            </a:fld>
            <a:endParaRPr/>
          </a:p>
        </p:txBody>
      </p:sp>
      <p:sp>
        <p:nvSpPr>
          <p:cNvPr id="82" name="Google Shape;82;p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3200"/>
              <a:buFont typeface="Times New Roman"/>
              <a:buNone/>
            </a:pP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4"/>
          <p:cNvSpPr txBox="1">
            <a:spLocks noGrp="1"/>
          </p:cNvSpPr>
          <p:nvPr>
            <p:ph type="sldNum" idx="12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4</a:t>
            </a:fld>
            <a:endParaRPr/>
          </a:p>
        </p:txBody>
      </p:sp>
      <p:graphicFrame>
        <p:nvGraphicFramePr>
          <p:cNvPr id="89" name="Google Shape;89;p4"/>
          <p:cNvGraphicFramePr/>
          <p:nvPr>
            <p:extLst>
              <p:ext uri="{D42A27DB-BD31-4B8C-83A1-F6EECF244321}">
                <p14:modId xmlns:p14="http://schemas.microsoft.com/office/powerpoint/2010/main" val="4159480816"/>
              </p:ext>
            </p:extLst>
          </p:nvPr>
        </p:nvGraphicFramePr>
        <p:xfrm>
          <a:off x="457200" y="2633164"/>
          <a:ext cx="11463454" cy="1645920"/>
        </p:xfrm>
        <a:graphic>
          <a:graphicData uri="http://schemas.openxmlformats.org/drawingml/2006/table">
            <a:tbl>
              <a:tblPr firstRow="1" firstCol="1" bandRow="1">
                <a:noFill/>
                <a:tableStyleId>{6502103F-C5DC-49B8-87E6-AC3A85773A70}</a:tableStyleId>
              </a:tblPr>
              <a:tblGrid>
                <a:gridCol w="266008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71949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8387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883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/>
                        <a:t>Họ tên SV</a:t>
                      </a:r>
                      <a:endParaRPr sz="2400"/>
                    </a:p>
                  </a:txBody>
                  <a:tcPr marL="68575" marR="68575" marT="0" marB="0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Nhiệm vụ được phân công</a:t>
                      </a:r>
                      <a:endParaRPr sz="24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68575" marR="68575" marT="0" marB="0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Điểm</a:t>
                      </a:r>
                      <a:endParaRPr sz="24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68575" marR="68575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89500">
                <a:tc>
                  <a:txBody>
                    <a:bodyPr/>
                    <a:lstStyle/>
                    <a:p>
                      <a:pPr marL="0" marR="0" lvl="0" indent="0" algn="just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200" u="none" strike="noStrike" cap="none" smtClean="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Lê</a:t>
                      </a:r>
                      <a:r>
                        <a:rPr lang="en-US" sz="2200" u="none" strike="noStrike" cap="none" baseline="0" smtClean="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Phan Quang Huy</a:t>
                      </a:r>
                      <a:endParaRPr sz="22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68575" marR="68575" marT="0" marB="0"/>
                </a:tc>
                <a:tc>
                  <a:txBody>
                    <a:bodyPr/>
                    <a:lstStyle/>
                    <a:p>
                      <a:pPr marL="0" marR="0" lvl="0" indent="0" algn="just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4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68575" marR="68575" marT="0" marB="0"/>
                </a:tc>
                <a:tc>
                  <a:txBody>
                    <a:bodyPr/>
                    <a:lstStyle/>
                    <a:p>
                      <a:pPr marL="0" marR="0" lvl="0" indent="0" algn="just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strike="noStrike" cap="none" smtClean="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7</a:t>
                      </a:r>
                      <a:endParaRPr sz="24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68575" marR="68575" marT="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89500">
                <a:tc>
                  <a:txBody>
                    <a:bodyPr/>
                    <a:lstStyle/>
                    <a:p>
                      <a:pPr marL="0" marR="0" lvl="0" indent="0" algn="just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strike="noStrike" cap="none" smtClean="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Nguyễn</a:t>
                      </a:r>
                      <a:r>
                        <a:rPr lang="en-US" sz="2400" u="none" strike="noStrike" cap="none" baseline="0" smtClean="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Hoài Nam</a:t>
                      </a:r>
                      <a:endParaRPr sz="24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68575" marR="68575" marT="0" marB="0"/>
                </a:tc>
                <a:tc>
                  <a:txBody>
                    <a:bodyPr/>
                    <a:lstStyle/>
                    <a:p>
                      <a:pPr marL="0" marR="0" lvl="0" indent="0" algn="just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 </a:t>
                      </a:r>
                      <a:endParaRPr sz="24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68575" marR="68575" marT="0" marB="0"/>
                </a:tc>
                <a:tc>
                  <a:txBody>
                    <a:bodyPr/>
                    <a:lstStyle/>
                    <a:p>
                      <a:pPr marL="0" marR="0" lvl="0" indent="0" algn="just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strike="noStrike" cap="none" smtClean="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7</a:t>
                      </a:r>
                      <a:endParaRPr sz="24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68575" marR="68575" marT="0" marB="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90" name="Google Shape;90;p4"/>
          <p:cNvSpPr/>
          <p:nvPr/>
        </p:nvSpPr>
        <p:spPr>
          <a:xfrm>
            <a:off x="345127" y="1311438"/>
            <a:ext cx="11389800" cy="461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r>
              <a:rPr lang="en-US" sz="2400" b="1" i="0" u="none" strike="noStrike" cap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PHÂN CÔNG NHIỆM VỤ </a:t>
            </a:r>
            <a:r>
              <a:rPr lang="en-US" sz="2400" b="1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VÀ </a:t>
            </a:r>
            <a:r>
              <a:rPr lang="en-US" sz="2400" b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ĐIỂM TỰ </a:t>
            </a:r>
            <a:r>
              <a:rPr lang="en-US" sz="2400" b="1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CHẤM</a:t>
            </a:r>
            <a:endParaRPr sz="2400" b="0" i="0" u="none" strike="noStrike" cap="none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Retrospect">
  <a:themeElements>
    <a:clrScheme name="Retrospect">
      <a:dk1>
        <a:srgbClr val="000000"/>
      </a:dk1>
      <a:lt1>
        <a:sysClr val="window" lastClr="FFFFFF"/>
      </a:lt1>
      <a:dk2>
        <a:srgbClr val="637052"/>
      </a:dk2>
      <a:lt2>
        <a:srgbClr val="CCDDEA"/>
      </a:lt2>
      <a:accent1>
        <a:srgbClr val="E48312"/>
      </a:accent1>
      <a:accent2>
        <a:srgbClr val="BD582C"/>
      </a:accent2>
      <a:accent3>
        <a:srgbClr val="865640"/>
      </a:accent3>
      <a:accent4>
        <a:srgbClr val="9B8357"/>
      </a:accent4>
      <a:accent5>
        <a:srgbClr val="C2BC80"/>
      </a:accent5>
      <a:accent6>
        <a:srgbClr val="94A088"/>
      </a:accent6>
      <a:hlink>
        <a:srgbClr val="2998E3"/>
      </a:hlink>
      <a:folHlink>
        <a:srgbClr val="8C8C8C"/>
      </a:folHlink>
    </a:clrScheme>
    <a:fontScheme name="Retrospect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" id="{5F128B03-DCCA-4EEB-AB3B-CF2899314A46}" vid="{3F1AAB62-24C6-49D2-8E01-B56FAC9A3DCD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TM02900769[[fn=Retrospect]]</Template>
  <TotalTime>28</TotalTime>
  <Words>143</Words>
  <Application>Microsoft Office PowerPoint</Application>
  <PresentationFormat>Widescreen</PresentationFormat>
  <Paragraphs>24</Paragraphs>
  <Slides>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10" baseType="lpstr">
      <vt:lpstr>Arial</vt:lpstr>
      <vt:lpstr>Calibri</vt:lpstr>
      <vt:lpstr>Calibri Light</vt:lpstr>
      <vt:lpstr>Noto Sans Symbols</vt:lpstr>
      <vt:lpstr>Times New Roman</vt:lpstr>
      <vt:lpstr>Retrospect</vt:lpstr>
      <vt:lpstr>PowerPoint Presentation</vt:lpstr>
      <vt:lpstr>Mục tiêu của đề tài: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MTN</dc:creator>
  <cp:lastModifiedBy>Nguyễn Hoài Nam</cp:lastModifiedBy>
  <cp:revision>15</cp:revision>
  <dcterms:created xsi:type="dcterms:W3CDTF">2018-09-01T09:00:51Z</dcterms:created>
  <dcterms:modified xsi:type="dcterms:W3CDTF">2026-04-28T00:32:15Z</dcterms:modified>
</cp:coreProperties>
</file>